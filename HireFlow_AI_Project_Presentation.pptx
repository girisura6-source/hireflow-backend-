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HireFlow AI - Job Application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AI-Based Full Stack Project</a:t>
            </a:r>
          </a:p>
          <a:p>
            <a:r>
              <a:t>Team Members: Surajit, Vikram, Suman, Vivek, Vikash, Utkarsh, Zoya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HireFlow AI is an AI-powered job application tracking system.</a:t>
            </a:r>
          </a:p>
          <a:p>
            <a:r>
              <a:t>It helps users manage job applications, track statuses, and analyze resumes.</a:t>
            </a:r>
          </a:p>
          <a:p>
            <a:r>
              <a:t>Frontend: Streamlit</a:t>
            </a:r>
          </a:p>
          <a:p>
            <a:r>
              <a:t>Backend: Flask</a:t>
            </a:r>
          </a:p>
          <a:p>
            <a:r>
              <a:t>Database: SQLite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Login &amp; Signup</a:t>
            </a:r>
          </a:p>
          <a:p>
            <a:r>
              <a:t>• Add Job Applications</a:t>
            </a:r>
          </a:p>
          <a:p>
            <a:r>
              <a:t>• Track Job Status</a:t>
            </a:r>
          </a:p>
          <a:p>
            <a:r>
              <a:t>• AI Resume Analyzer</a:t>
            </a:r>
          </a:p>
          <a:p>
            <a:r>
              <a:t>• Streamlit Frontend</a:t>
            </a:r>
          </a:p>
          <a:p>
            <a:r>
              <a:t>• Flask Backend API</a:t>
            </a:r>
          </a:p>
          <a:p>
            <a:r>
              <a:t>• SQLite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Python</a:t>
            </a:r>
          </a:p>
          <a:p>
            <a:r>
              <a:t>Frontend: Streamlit</a:t>
            </a:r>
          </a:p>
          <a:p>
            <a:r>
              <a:t>Backend: Flask</a:t>
            </a:r>
          </a:p>
          <a:p>
            <a:r>
              <a:t>Database: SQLite</a:t>
            </a:r>
          </a:p>
          <a:p>
            <a:r>
              <a:t>Libraries: Pandas, hashlib, requests, OpenAI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Code Screenshot</a:t>
            </a:r>
          </a:p>
        </p:txBody>
      </p:sp>
      <p:pic>
        <p:nvPicPr>
          <p:cNvPr id="3" name="Picture 2" descr="Screenshot 2026-05-07 1109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77094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UI Screenshot</a:t>
            </a:r>
          </a:p>
        </p:txBody>
      </p:sp>
      <p:pic>
        <p:nvPicPr>
          <p:cNvPr id="3" name="Picture 2" descr="Screenshot 2026-05-07 1112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4140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logs into the system</a:t>
            </a:r>
          </a:p>
          <a:p>
            <a:r>
              <a:t>2. Add new job application</a:t>
            </a:r>
          </a:p>
          <a:p>
            <a:r>
              <a:t>3. Store data in SQLite database</a:t>
            </a:r>
          </a:p>
          <a:p>
            <a:r>
              <a:t>4. View and manage applications</a:t>
            </a:r>
          </a:p>
          <a:p>
            <a:r>
              <a:t>5. AI analyzes resume and provides suggestions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HireFlow AI simplifies the job application process.</a:t>
            </a:r>
          </a:p>
          <a:p>
            <a:r>
              <a:t>The project demonstrates full-stack development using Python.</a:t>
            </a:r>
          </a:p>
          <a:p>
            <a:r>
              <a:t>It combines AI features with practical application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